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0" r:id="rId4"/>
    <p:sldId id="261" r:id="rId5"/>
    <p:sldId id="262" r:id="rId6"/>
    <p:sldId id="265" r:id="rId7"/>
    <p:sldId id="264" r:id="rId8"/>
    <p:sldId id="263" r:id="rId9"/>
    <p:sldId id="259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670931" y="4885715"/>
            <a:ext cx="10850137" cy="188455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版面配置區 3"/>
          <p:cNvSpPr>
            <a:spLocks noGrp="1"/>
          </p:cNvSpPr>
          <p:nvPr>
            <p:ph type="body" sz="quarter" idx="13"/>
          </p:nvPr>
        </p:nvSpPr>
        <p:spPr>
          <a:xfrm>
            <a:off x="793750" y="6119395"/>
            <a:ext cx="7029450" cy="556323"/>
          </a:xfrm>
        </p:spPr>
        <p:txBody>
          <a:bodyPr>
            <a:normAutofit/>
          </a:bodyPr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algn="ctr"/>
            <a:r>
              <a:rPr lang="zh-TW" altLang="en-US" dirty="0"/>
              <a:t>慈濟</a:t>
            </a:r>
            <a:r>
              <a:rPr lang="zh-TW" altLang="en-US" dirty="0" smtClean="0"/>
              <a:t>大學資</a:t>
            </a:r>
            <a:r>
              <a:rPr lang="en-US" altLang="zh-TW" dirty="0" smtClean="0"/>
              <a:t>-</a:t>
            </a:r>
            <a:r>
              <a:rPr lang="zh-TW" altLang="en-US" dirty="0" smtClean="0"/>
              <a:t>訊科技</a:t>
            </a:r>
            <a:r>
              <a:rPr lang="zh-TW" altLang="en-US" dirty="0"/>
              <a:t>與管理系</a:t>
            </a:r>
          </a:p>
        </p:txBody>
      </p:sp>
      <p:sp>
        <p:nvSpPr>
          <p:cNvPr id="14" name="文字版面配置區 4"/>
          <p:cNvSpPr>
            <a:spLocks noGrp="1"/>
          </p:cNvSpPr>
          <p:nvPr>
            <p:ph type="body" sz="quarter" idx="14"/>
          </p:nvPr>
        </p:nvSpPr>
        <p:spPr>
          <a:xfrm>
            <a:off x="793750" y="5109301"/>
            <a:ext cx="10674350" cy="718693"/>
          </a:xfrm>
        </p:spPr>
        <p:txBody>
          <a:bodyPr>
            <a:normAutofit/>
          </a:bodyPr>
          <a:lstStyle>
            <a:lvl1pPr algn="ctr">
              <a:defRPr sz="4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>
                <a:solidFill>
                  <a:srgbClr val="0000FF"/>
                </a:solidFill>
              </a:rPr>
              <a:t>資料探勘</a:t>
            </a:r>
            <a:r>
              <a:rPr lang="en-US" altLang="zh-TW" dirty="0">
                <a:solidFill>
                  <a:srgbClr val="0000FF"/>
                </a:solidFill>
              </a:rPr>
              <a:t>Data Mining</a:t>
            </a:r>
            <a:endParaRPr lang="zh-TW" altLang="en-US" dirty="0"/>
          </a:p>
        </p:txBody>
      </p:sp>
      <p:sp>
        <p:nvSpPr>
          <p:cNvPr id="15" name="文字版面配置區 5"/>
          <p:cNvSpPr>
            <a:spLocks noGrp="1"/>
          </p:cNvSpPr>
          <p:nvPr>
            <p:ph type="body" sz="quarter" idx="15"/>
          </p:nvPr>
        </p:nvSpPr>
        <p:spPr>
          <a:xfrm>
            <a:off x="7975600" y="6119396"/>
            <a:ext cx="3492500" cy="556323"/>
          </a:xfrm>
        </p:spPr>
        <p:txBody>
          <a:bodyPr/>
          <a:lstStyle>
            <a:lvl1pPr>
              <a:defRPr sz="32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algn="ctr"/>
            <a:r>
              <a:rPr lang="zh-TW" altLang="en-US" dirty="0" smtClean="0"/>
              <a:t>吳志成</a:t>
            </a:r>
            <a:r>
              <a:rPr lang="zh-TW" altLang="en-US" dirty="0"/>
              <a:t>助理教授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8509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 smtClean="0"/>
              <a:t>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93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670931" y="5829377"/>
            <a:ext cx="10850137" cy="89209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版面配置區 6"/>
          <p:cNvSpPr>
            <a:spLocks noGrp="1"/>
          </p:cNvSpPr>
          <p:nvPr>
            <p:ph type="body" sz="quarter" idx="13" hasCustomPrompt="1"/>
          </p:nvPr>
        </p:nvSpPr>
        <p:spPr>
          <a:xfrm>
            <a:off x="2474913" y="5976938"/>
            <a:ext cx="6657975" cy="646112"/>
          </a:xfrm>
        </p:spPr>
        <p:txBody>
          <a:bodyPr>
            <a:noAutofit/>
          </a:bodyPr>
          <a:lstStyle>
            <a:lvl1pPr algn="ctr">
              <a:defRPr sz="4400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pPr lvl="0"/>
            <a:r>
              <a:rPr lang="zh-TW" altLang="en-US" dirty="0" smtClean="0"/>
              <a:t>結尾文字</a:t>
            </a:r>
          </a:p>
        </p:txBody>
      </p:sp>
    </p:spTree>
    <p:extLst>
      <p:ext uri="{BB962C8B-B14F-4D97-AF65-F5344CB8AC3E}">
        <p14:creationId xmlns:p14="http://schemas.microsoft.com/office/powerpoint/2010/main" val="218069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555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0191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34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589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93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381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4394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1605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0494A-4C93-4E8C-995E-E5945AE42529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BE6F-9371-4C2E-ACD7-2BCAFC193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473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0494A-4C93-4E8C-995E-E5945AE42529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BE6F-9371-4C2E-ACD7-2BCAFC193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178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0494A-4C93-4E8C-995E-E5945AE42529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7BE6F-9371-4C2E-ACD7-2BCAFC193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0394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1000" r="-3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F1A86-9669-49A3-AF28-57049C3EE01F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71B2-D6E7-4D46-9CE4-BFC99F6A9F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14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0494A-4C93-4E8C-995E-E5945AE42529}" type="datetimeFigureOut">
              <a:rPr lang="zh-TW" altLang="en-US" smtClean="0"/>
              <a:t>2026/1/12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7BE6F-9371-4C2E-ACD7-2BCAFC193B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7014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emeng.tw/essence-of-principal-component-analysis.html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at081028/titanic-predict-for-aiaa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ihabsherbiny/titanic-survival-prediction-ml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fatihyavuzz/titanic-survival-prediction-boosting-models/notebook" TargetMode="Externa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code/arunjangir245/supermarket-sales-prediction-and-eda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/>
          <p:cNvSpPr>
            <a:spLocks noGrp="1"/>
          </p:cNvSpPr>
          <p:nvPr>
            <p:ph type="body" sz="quarter" idx="13"/>
          </p:nvPr>
        </p:nvSpPr>
        <p:spPr>
          <a:xfrm>
            <a:off x="891821" y="6039556"/>
            <a:ext cx="7428089" cy="636981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TW" sz="2200" dirty="0">
                <a:solidFill>
                  <a:srgbClr val="0000FF"/>
                </a:solidFill>
              </a:rPr>
              <a:t>Tzu Chi </a:t>
            </a:r>
            <a:r>
              <a:rPr lang="en-US" altLang="zh-TW" sz="2200" dirty="0" smtClean="0">
                <a:solidFill>
                  <a:srgbClr val="0000FF"/>
                </a:solidFill>
              </a:rPr>
              <a:t>University</a:t>
            </a:r>
            <a:br>
              <a:rPr lang="en-US" altLang="zh-TW" sz="2200" dirty="0" smtClean="0">
                <a:solidFill>
                  <a:srgbClr val="0000FF"/>
                </a:solidFill>
              </a:rPr>
            </a:br>
            <a:r>
              <a:rPr lang="en-US" altLang="zh-TW" sz="2200" dirty="0" smtClean="0">
                <a:solidFill>
                  <a:srgbClr val="0000FF"/>
                </a:solidFill>
              </a:rPr>
              <a:t>Department of Information Technology and Management</a:t>
            </a:r>
            <a:endParaRPr lang="zh-TW" altLang="en-US" sz="2200" dirty="0">
              <a:solidFill>
                <a:srgbClr val="0000FF"/>
              </a:solidFill>
            </a:endParaRP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14"/>
          </p:nvPr>
        </p:nvSpPr>
        <p:spPr>
          <a:xfrm>
            <a:off x="891822" y="5109301"/>
            <a:ext cx="10576278" cy="71869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 smtClean="0">
                <a:solidFill>
                  <a:srgbClr val="FF0000"/>
                </a:solidFill>
              </a:rPr>
              <a:t>Big</a:t>
            </a:r>
            <a:r>
              <a:rPr lang="en-US" altLang="zh-TW" dirty="0" smtClean="0">
                <a:solidFill>
                  <a:srgbClr val="0000FF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Data </a:t>
            </a:r>
            <a:r>
              <a:rPr lang="en-US" altLang="zh-TW" dirty="0">
                <a:solidFill>
                  <a:srgbClr val="FF0000"/>
                </a:solidFill>
              </a:rPr>
              <a:t>analysis </a:t>
            </a:r>
            <a:endParaRPr lang="en-US" altLang="zh-TW" dirty="0" smtClean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15"/>
          </p:nvPr>
        </p:nvSpPr>
        <p:spPr>
          <a:xfrm>
            <a:off x="8432800" y="6039556"/>
            <a:ext cx="3035300" cy="636163"/>
          </a:xfrm>
          <a:ln>
            <a:solidFill>
              <a:schemeClr val="accent1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TW" sz="2200" dirty="0" err="1" smtClean="0">
                <a:solidFill>
                  <a:schemeClr val="bg1"/>
                </a:solidFill>
              </a:rPr>
              <a:t>Chih</a:t>
            </a:r>
            <a:r>
              <a:rPr lang="en-US" altLang="zh-TW" sz="2200" dirty="0" smtClean="0">
                <a:solidFill>
                  <a:schemeClr val="bg1"/>
                </a:solidFill>
              </a:rPr>
              <a:t>-Cheng</a:t>
            </a:r>
            <a:br>
              <a:rPr lang="en-US" altLang="zh-TW" sz="2200" dirty="0" smtClean="0">
                <a:solidFill>
                  <a:schemeClr val="bg1"/>
                </a:solidFill>
              </a:rPr>
            </a:br>
            <a:r>
              <a:rPr lang="en-US" altLang="zh-TW" sz="2200" dirty="0" smtClean="0">
                <a:solidFill>
                  <a:schemeClr val="bg1"/>
                </a:solidFill>
              </a:rPr>
              <a:t>Assistant Processor</a:t>
            </a:r>
          </a:p>
        </p:txBody>
      </p:sp>
    </p:spTree>
    <p:extLst>
      <p:ext uri="{BB962C8B-B14F-4D97-AF65-F5344CB8AC3E}">
        <p14:creationId xmlns:p14="http://schemas.microsoft.com/office/powerpoint/2010/main" val="118328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GOAL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zh-TW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At </a:t>
            </a:r>
            <a:r>
              <a:rPr lang="en-US" altLang="zh-TW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12th </a:t>
            </a:r>
            <a:r>
              <a:rPr lang="en-US" altLang="zh-TW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week, Give a good project presentation</a:t>
            </a:r>
          </a:p>
          <a:p>
            <a:pPr lvl="1"/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Including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Good Topic/Provide Good Function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Enough Contents</a:t>
            </a:r>
          </a:p>
          <a:p>
            <a:pPr lvl="1"/>
            <a:r>
              <a:rPr lang="en-US" altLang="zh-TW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Sufficient O</a:t>
            </a:r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utcome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Visualization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Understand and Explain Codes</a:t>
            </a:r>
          </a:p>
        </p:txBody>
      </p:sp>
    </p:spTree>
    <p:extLst>
      <p:ext uri="{BB962C8B-B14F-4D97-AF65-F5344CB8AC3E}">
        <p14:creationId xmlns:p14="http://schemas.microsoft.com/office/powerpoint/2010/main" val="230514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2341" y="101514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Plan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7892" y="1427077"/>
            <a:ext cx="10944497" cy="4486275"/>
          </a:xfrm>
          <a:solidFill>
            <a:schemeClr val="accent1"/>
          </a:solidFill>
        </p:spPr>
        <p:txBody>
          <a:bodyPr>
            <a:normAutofit fontScale="77500" lnSpcReduction="20000"/>
          </a:bodyPr>
          <a:lstStyle/>
          <a:p>
            <a:r>
              <a:rPr lang="en-US" altLang="zh-TW" sz="35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Demo and Introduce </a:t>
            </a:r>
            <a:r>
              <a:rPr lang="en-US" altLang="zh-TW" sz="3500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sz="35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Environment and some Projects</a:t>
            </a:r>
          </a:p>
          <a:p>
            <a:r>
              <a:rPr lang="en-US" altLang="zh-TW" sz="3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Give Some Talk Including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Acquire Data (MS SQL)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Overview Data (Eyes)</a:t>
            </a:r>
            <a:endParaRPr lang="en-US" altLang="zh-TW" sz="28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Understand Data (Python)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Preprocessing (</a:t>
            </a:r>
            <a:r>
              <a:rPr lang="en-US" altLang="zh-TW" sz="28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</a:t>
            </a:r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issing Data, PCA, Erase Redundant Field, Data Normalization)</a:t>
            </a:r>
          </a:p>
          <a:p>
            <a:pPr lvl="2"/>
            <a:r>
              <a:rPr lang="en-US" altLang="zh-TW" sz="28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(Principal </a:t>
            </a:r>
            <a:r>
              <a:rPr lang="en-US" altLang="zh-TW" sz="28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Component </a:t>
            </a:r>
            <a:r>
              <a:rPr lang="en-US" altLang="zh-TW" sz="2800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Analysis)</a:t>
            </a:r>
          </a:p>
          <a:p>
            <a:pPr lvl="1"/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Create Model</a:t>
            </a:r>
            <a:endParaRPr lang="en-US" altLang="zh-TW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Adopting Algorithm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Observer Outcome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Visualization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Good Presentation</a:t>
            </a:r>
          </a:p>
          <a:p>
            <a:pPr lvl="1"/>
            <a:r>
              <a:rPr lang="en-US" altLang="zh-TW" sz="2800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Interaction and Suggesting then Do it</a:t>
            </a:r>
            <a:endParaRPr lang="zh-TW" altLang="en-US" sz="28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矩形 6">
            <a:hlinkClick r:id="rId2"/>
          </p:cNvPr>
          <p:cNvSpPr/>
          <p:nvPr/>
        </p:nvSpPr>
        <p:spPr>
          <a:xfrm>
            <a:off x="1771711" y="6300652"/>
            <a:ext cx="8273143" cy="4354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PCA: https://leemeng.tw/essence-of-principal-component-analysis.html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0975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Sample Project I 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017214"/>
            <a:ext cx="10515600" cy="4351338"/>
          </a:xfrm>
        </p:spPr>
        <p:txBody>
          <a:bodyPr/>
          <a:lstStyle/>
          <a:p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Titanic </a:t>
            </a:r>
            <a:r>
              <a:rPr lang="en-US" altLang="zh-TW" sz="36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Predict for </a:t>
            </a:r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AIAA</a:t>
            </a:r>
          </a:p>
          <a:p>
            <a:pPr lvl="1"/>
            <a:r>
              <a:rPr lang="en-US" altLang="zh-TW" dirty="0">
                <a:solidFill>
                  <a:schemeClr val="bg1"/>
                </a:solidFill>
                <a:hlinkClick r:id="rId2"/>
              </a:rPr>
              <a:t>https://www.kaggle.com/code/at081028/titanic-predict-for-aiaa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42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Sample Project II 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017214"/>
            <a:ext cx="10515600" cy="4351338"/>
          </a:xfrm>
        </p:spPr>
        <p:txBody>
          <a:bodyPr/>
          <a:lstStyle/>
          <a:p>
            <a:r>
              <a:rPr lang="en-US" altLang="zh-TW" sz="36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Titanic Survival Prediction(ML</a:t>
            </a:r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sz="32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https://www.kaggle.com/code/ihabsherbiny/titanic-survival-prediction-ml</a:t>
            </a:r>
            <a:endParaRPr lang="en-US" altLang="zh-TW" sz="32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818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Sample Project III 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2017214"/>
            <a:ext cx="10515600" cy="4351338"/>
          </a:xfrm>
        </p:spPr>
        <p:txBody>
          <a:bodyPr/>
          <a:lstStyle/>
          <a:p>
            <a:r>
              <a:rPr lang="en-US" altLang="zh-TW" b="1" dirty="0" smtClean="0"/>
              <a:t> </a:t>
            </a:r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Titanic </a:t>
            </a:r>
            <a:r>
              <a:rPr lang="en-US" altLang="zh-TW" sz="36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Survival </a:t>
            </a:r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Prediction(Boosting </a:t>
            </a:r>
            <a:r>
              <a:rPr lang="en-US" altLang="zh-TW" sz="36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Models</a:t>
            </a:r>
            <a:r>
              <a:rPr lang="en-US" altLang="zh-TW" sz="3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sz="3200" b="1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https://www.kaggle.com/code/fatihyavuzz/titanic-survival-prediction-boosting-models/notebook</a:t>
            </a:r>
            <a:endParaRPr lang="en-US" altLang="zh-TW" sz="3200" b="1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082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Study Project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Supermarket sales Prediction and EDA (1year)</a:t>
            </a:r>
            <a:endParaRPr lang="en-US" altLang="zh-TW" b="1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1800" dirty="0" smtClean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https</a:t>
            </a:r>
            <a:r>
              <a:rPr lang="en-US" altLang="zh-TW" sz="1800" dirty="0">
                <a:latin typeface="標楷體" panose="03000509000000000000" pitchFamily="65" charset="-120"/>
                <a:ea typeface="標楷體" panose="03000509000000000000" pitchFamily="65" charset="-120"/>
                <a:hlinkClick r:id="rId2"/>
              </a:rPr>
              <a:t>://www.kaggle.com/code/arunjangir245/supermarket-sales-prediction-and-eda</a:t>
            </a:r>
            <a:endParaRPr lang="zh-TW" altLang="en-US" sz="1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4449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3"/>
          </p:nvPr>
        </p:nvSpPr>
        <p:spPr>
          <a:xfrm>
            <a:off x="778933" y="5976938"/>
            <a:ext cx="10690578" cy="646112"/>
          </a:xfrm>
          <a:solidFill>
            <a:srgbClr val="FFFF00"/>
          </a:solidFill>
        </p:spPr>
        <p:txBody>
          <a:bodyPr/>
          <a:lstStyle/>
          <a:p>
            <a:r>
              <a:rPr lang="en-US" altLang="zh-TW" b="1" dirty="0">
                <a:solidFill>
                  <a:srgbClr val="0000FF"/>
                </a:solidFill>
              </a:rPr>
              <a:t>Thank you for your time and </a:t>
            </a:r>
            <a:r>
              <a:rPr lang="en-US" altLang="zh-TW" sz="4000" b="1" dirty="0">
                <a:solidFill>
                  <a:srgbClr val="0000FF"/>
                </a:solidFill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106832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154</Words>
  <Application>Microsoft Office PowerPoint</Application>
  <PresentationFormat>寬螢幕</PresentationFormat>
  <Paragraphs>39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新細明體</vt:lpstr>
      <vt:lpstr>標楷體</vt:lpstr>
      <vt:lpstr>Arial</vt:lpstr>
      <vt:lpstr>Calibri</vt:lpstr>
      <vt:lpstr>Calibri Light</vt:lpstr>
      <vt:lpstr>Office 佈景主題</vt:lpstr>
      <vt:lpstr>自訂設計</vt:lpstr>
      <vt:lpstr>PowerPoint 簡報</vt:lpstr>
      <vt:lpstr>GOAL</vt:lpstr>
      <vt:lpstr>Plan</vt:lpstr>
      <vt:lpstr>Sample Project I </vt:lpstr>
      <vt:lpstr>Sample Project II </vt:lpstr>
      <vt:lpstr>Sample Project III </vt:lpstr>
      <vt:lpstr>Study Project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hp</cp:lastModifiedBy>
  <cp:revision>22</cp:revision>
  <dcterms:created xsi:type="dcterms:W3CDTF">2024-08-28T03:49:50Z</dcterms:created>
  <dcterms:modified xsi:type="dcterms:W3CDTF">2026-01-12T13:35:44Z</dcterms:modified>
</cp:coreProperties>
</file>